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SCHOOLS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55</c:v>
                </c:pt>
                <c:pt idx="1">
                  <c:v>56</c:v>
                </c:pt>
                <c:pt idx="2">
                  <c:v>98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67</c:v>
                </c:pt>
                <c:pt idx="2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EF-476C-B2C6-1CD99E4754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HEALTHCARE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55</c:v>
                </c:pt>
                <c:pt idx="1">
                  <c:v>56</c:v>
                </c:pt>
                <c:pt idx="2">
                  <c:v>98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</c:v>
                </c:pt>
                <c:pt idx="1">
                  <c:v>45</c:v>
                </c:pt>
                <c:pt idx="2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EF-476C-B2C6-1CD99E4754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BUSINESS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55</c:v>
                </c:pt>
                <c:pt idx="1">
                  <c:v>56</c:v>
                </c:pt>
                <c:pt idx="2">
                  <c:v>98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87</c:v>
                </c:pt>
                <c:pt idx="1">
                  <c:v>67</c:v>
                </c:pt>
                <c:pt idx="2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EEF-476C-B2C6-1CD99E47541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CONTENTCREATION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55</c:v>
                </c:pt>
                <c:pt idx="1">
                  <c:v>56</c:v>
                </c:pt>
                <c:pt idx="2">
                  <c:v>98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89</c:v>
                </c:pt>
                <c:pt idx="1">
                  <c:v>78</c:v>
                </c:pt>
                <c:pt idx="2">
                  <c:v>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EEF-476C-B2C6-1CD99E475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0110096"/>
        <c:axId val="1392633968"/>
      </c:lineChart>
      <c:catAx>
        <c:axId val="1580110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2633968"/>
        <c:auto val="1"/>
        <c:lblAlgn val="ctr"/>
        <c:lblOffset val="100"/>
        <c:noMultiLvlLbl val="0"/>
      </c:catAx>
      <c:valAx>
        <c:axId val="139263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110096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wipe/>
    <p:sndAc>
      <p:stSnd>
        <p:snd r:embed="rId1" name="coin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transition>
    <p:wipe/>
    <p:sndAc>
      <p:stSnd>
        <p:snd r:embed="rId19" name="coin.wav"/>
      </p:stSnd>
    </p:sndAc>
  </p:transition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CCC3-4B87-7582-97FA-446709F7B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876508"/>
            <a:ext cx="8825658" cy="164591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LLMS:-</a:t>
            </a:r>
          </a:p>
        </p:txBody>
      </p:sp>
    </p:spTree>
    <p:extLst>
      <p:ext uri="{BB962C8B-B14F-4D97-AF65-F5344CB8AC3E}">
        <p14:creationId xmlns:p14="http://schemas.microsoft.com/office/powerpoint/2010/main" val="3884636415"/>
      </p:ext>
    </p:extLst>
  </p:cSld>
  <p:clrMapOvr>
    <a:masterClrMapping/>
  </p:clrMapOvr>
  <p:transition>
    <p:wipe/>
    <p:sndAc>
      <p:stSnd>
        <p:snd r:embed="rId2" name="coin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2447-29F6-DFED-ABB4-63BE3D96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634912"/>
            <a:ext cx="8761413" cy="45719"/>
          </a:xfrm>
        </p:spPr>
        <p:txBody>
          <a:bodyPr/>
          <a:lstStyle/>
          <a:p>
            <a:r>
              <a:rPr lang="en-IN" b="1" dirty="0"/>
              <a:t>      </a:t>
            </a:r>
            <a:r>
              <a:rPr lang="en-IN" b="1" u="sng" dirty="0"/>
              <a:t>Large Language Models (LLMs):-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9FFE-C6A1-BB26-A702-ADBDD51D9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150" y="2409245"/>
            <a:ext cx="11664563" cy="3983604"/>
          </a:xfrm>
        </p:spPr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are advanced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 (AI)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systems.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designed to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generate human language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learn from huge amounts of text data such as books, websites, articles, and documents.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mainly the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architecture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GPT, Gemini, Claude, and Llama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allow computers to communicate and work with humans using natural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07620"/>
      </p:ext>
    </p:extLst>
  </p:cSld>
  <p:clrMapOvr>
    <a:masterClrMapping/>
  </p:clrMapOvr>
  <p:transition spd="slow">
    <p:push dir="u"/>
    <p:sndAc>
      <p:stSnd>
        <p:snd r:embed="rId2" name="co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FB58B-0586-CA52-C4BD-A0737945B071}"/>
              </a:ext>
            </a:extLst>
          </p:cNvPr>
          <p:cNvSpPr txBox="1"/>
          <p:nvPr/>
        </p:nvSpPr>
        <p:spPr>
          <a:xfrm>
            <a:off x="606830" y="91441"/>
            <a:ext cx="10848108" cy="676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User gives a Prompt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Input is processed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Text is broken into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Tokens/Words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LLM understands the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Context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Model predicts the most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suitable response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Response is generated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User receives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Answer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49B86-7137-E5A1-2145-2BB0F1D98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301" y="357448"/>
            <a:ext cx="8511386" cy="576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43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2" name="arrow.wav"/>
          </p:stSnd>
        </p:sndAc>
      </p:transition>
    </mc:Choice>
    <mc:Fallback>
      <p:transition spd="med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3594-6D1C-0406-661F-E5C6E59F4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900" y="1411051"/>
            <a:ext cx="8761413" cy="36933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 of LLMs:-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B0D3906-22A7-5D89-4FA6-501F646AC1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745067"/>
              </p:ext>
            </p:extLst>
          </p:nvPr>
        </p:nvGraphicFramePr>
        <p:xfrm>
          <a:off x="1155700" y="2427288"/>
          <a:ext cx="10682288" cy="415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7853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coin.wav"/>
          </p:stSnd>
        </p:sndAc>
      </p:transition>
    </mc:Choice>
    <mc:Fallback>
      <p:transition spd="slow">
        <p:split orient="vert"/>
        <p:sndAc>
          <p:stSnd>
            <p:snd r:embed="rId2" name="coin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1867-3BB3-39D5-C4B6-88BCAFFF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</a:t>
            </a:r>
            <a:r>
              <a:rPr lang="en-IN" b="1" u="sng" dirty="0"/>
              <a:t>APPLICATION:-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58A39-9558-875D-C7E4-F34734EA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52369"/>
            <a:ext cx="10453950" cy="3784821"/>
          </a:xfrm>
        </p:spPr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 improves productivity.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responses to user questions.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repetitive language-based tasks.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languages.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content creation and problem-solving.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technology easier to interact with.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193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2" name="coin.wav"/>
          </p:stSnd>
        </p:sndAc>
      </p:transition>
    </mc:Choice>
    <mc:Fallback>
      <p:transition spd="slow">
        <p:fade/>
        <p:sndAc>
          <p:stSnd>
            <p:snd r:embed="rId2" name="coin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E31E-46F0-88D4-FF12-4B6BEB10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</a:t>
            </a:r>
            <a:r>
              <a:rPr lang="en-IN" b="1" u="sng" dirty="0"/>
              <a:t>DISADVANTAGES:-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743E6-0E9E-584C-7144-86ED6EBBE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04" y="2464904"/>
            <a:ext cx="9257044" cy="4393096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sometimes generate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or misleading information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 computing power and resources.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expensive to develop and operate.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have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generated responses.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Raises privacy, security, and copyright concerns.</a:t>
            </a: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46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2" name="coin.wav"/>
          </p:stSnd>
        </p:sndAc>
      </p:transition>
    </mc:Choice>
    <mc:Fallback>
      <p:transition spd="slow">
        <p:fade/>
        <p:sndAc>
          <p:stSnd>
            <p:snd r:embed="rId2" name="coin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89</TotalTime>
  <Words>239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Ion Boardroom</vt:lpstr>
      <vt:lpstr>           ABOUT LLMS:-</vt:lpstr>
      <vt:lpstr>      Large Language Models (LLMs):- </vt:lpstr>
      <vt:lpstr>PowerPoint Presentation</vt:lpstr>
      <vt:lpstr>                     Applications of LLMs:- </vt:lpstr>
      <vt:lpstr>                  APPLICATION:-</vt:lpstr>
      <vt:lpstr>                  DISADVANTAGES:-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Mudraboina</dc:creator>
  <cp:lastModifiedBy>Priyanka Mudraboina</cp:lastModifiedBy>
  <cp:revision>1</cp:revision>
  <dcterms:created xsi:type="dcterms:W3CDTF">2026-10-04T13:07:55Z</dcterms:created>
  <dcterms:modified xsi:type="dcterms:W3CDTF">2026-10-04T14:37:23Z</dcterms:modified>
</cp:coreProperties>
</file>